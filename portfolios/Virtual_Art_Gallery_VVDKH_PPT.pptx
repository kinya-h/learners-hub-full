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516" y="-10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2187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647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1941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668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4699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3899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474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024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264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516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07623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849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5930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39714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73746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15682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6685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306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7" y="1186268"/>
            <a:ext cx="6798734" cy="1303867"/>
          </a:xfrm>
        </p:spPr>
        <p:txBody>
          <a:bodyPr>
            <a:noAutofit/>
          </a:bodyPr>
          <a:lstStyle/>
          <a:p>
            <a:r>
              <a:rPr lang="en-US" sz="3600" b="1" dirty="0"/>
              <a:t>Virtual Art Gallery</a:t>
            </a:r>
            <a:br>
              <a:rPr lang="en-US" sz="3600" b="1" dirty="0"/>
            </a:br>
            <a:r>
              <a:rPr lang="en-US" sz="3600" dirty="0"/>
              <a:t>Project Proposal</a:t>
            </a:r>
            <a:br>
              <a:rPr lang="en-US" sz="3600" dirty="0"/>
            </a:br>
            <a:r>
              <a:rPr lang="en-US" sz="3600" dirty="0" err="1"/>
              <a:t>Kirinyaga</a:t>
            </a:r>
            <a:r>
              <a:rPr lang="en-US" sz="3600" dirty="0"/>
              <a:t> University</a:t>
            </a:r>
            <a:br>
              <a:rPr lang="en-US" sz="3600" dirty="0"/>
            </a:br>
            <a:br>
              <a:rPr lang="en-US" sz="3600" dirty="0"/>
            </a:b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Team Members:</a:t>
            </a:r>
          </a:p>
          <a:p>
            <a:pPr marL="0" indent="0" algn="ctr">
              <a:buNone/>
            </a:pPr>
            <a:r>
              <a:rPr dirty="0"/>
              <a:t>- </a:t>
            </a:r>
            <a:r>
              <a:rPr dirty="0" err="1"/>
              <a:t>Samwel</a:t>
            </a:r>
            <a:r>
              <a:rPr dirty="0"/>
              <a:t> </a:t>
            </a:r>
            <a:r>
              <a:rPr dirty="0" err="1"/>
              <a:t>Kinyanjui</a:t>
            </a:r>
            <a:r>
              <a:rPr lang="en-US" dirty="0"/>
              <a:t>: PA101/G/6932/19</a:t>
            </a:r>
          </a:p>
          <a:p>
            <a:pPr algn="ctr">
              <a:buFontTx/>
              <a:buChar char="-"/>
            </a:pPr>
            <a:r>
              <a:rPr lang="en-US" dirty="0"/>
              <a:t>Victor </a:t>
            </a:r>
            <a:r>
              <a:rPr lang="en-US" dirty="0" err="1"/>
              <a:t>Kinyua</a:t>
            </a:r>
            <a:r>
              <a:rPr lang="en-US" dirty="0"/>
              <a:t>: CT100/G/12681/21</a:t>
            </a:r>
          </a:p>
          <a:p>
            <a:pPr marL="0" indent="0" algn="ctr">
              <a:buNone/>
            </a:pPr>
            <a:r>
              <a:rPr lang="en-US" dirty="0"/>
              <a:t>- Denis </a:t>
            </a:r>
            <a:r>
              <a:rPr lang="en-US" dirty="0" err="1"/>
              <a:t>Waithaka</a:t>
            </a:r>
            <a:r>
              <a:rPr lang="en-US" dirty="0"/>
              <a:t>: CT102/G/13810/21</a:t>
            </a:r>
            <a:endParaRPr dirty="0"/>
          </a:p>
          <a:p>
            <a:pPr marL="0" indent="0" algn="ctr">
              <a:buNone/>
            </a:pPr>
            <a:r>
              <a:rPr dirty="0"/>
              <a:t>- Harrison </a:t>
            </a:r>
            <a:r>
              <a:rPr dirty="0" err="1"/>
              <a:t>Gitau</a:t>
            </a:r>
            <a:r>
              <a:rPr lang="en-US" dirty="0"/>
              <a:t>: CT100/G/7206/19</a:t>
            </a:r>
            <a:endParaRPr dirty="0"/>
          </a:p>
          <a:p>
            <a:pPr marL="0" indent="0" algn="ctr">
              <a:buNone/>
            </a:pPr>
            <a:r>
              <a:rPr dirty="0"/>
              <a:t>- Victor </a:t>
            </a:r>
            <a:r>
              <a:rPr dirty="0" err="1"/>
              <a:t>Lang’at</a:t>
            </a:r>
            <a:r>
              <a:rPr lang="en-US" dirty="0"/>
              <a:t>: CT100/G/14101/21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5" y="2490135"/>
            <a:ext cx="3218154" cy="3444997"/>
          </a:xfrm>
        </p:spPr>
        <p:txBody>
          <a:bodyPr/>
          <a:lstStyle/>
          <a:p>
            <a:r>
              <a:rPr dirty="0"/>
              <a:t>A web-based platform combining exhibition, education, and commerce </a:t>
            </a:r>
            <a:r>
              <a:rPr dirty="0" err="1"/>
              <a:t>for</a:t>
            </a:r>
            <a:r>
              <a:rPr lang="en-US" dirty="0" err="1"/>
              <a:t>management</a:t>
            </a:r>
            <a:r>
              <a:rPr lang="en-US" dirty="0"/>
              <a:t>, advanced search, and real-time bidding.</a:t>
            </a:r>
            <a:r>
              <a:rPr dirty="0"/>
              <a:t> artworks. Includes artist profiles, portfolio</a:t>
            </a:r>
          </a:p>
        </p:txBody>
      </p:sp>
      <p:sp>
        <p:nvSpPr>
          <p:cNvPr id="4" name="AutoShape 2" descr="Exhibitions, Galleries, And Online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Exhibitions, Galleries, And Online ...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6233" y="2490135"/>
            <a:ext cx="3824723" cy="34863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5" y="2490135"/>
            <a:ext cx="2942851" cy="3444997"/>
          </a:xfrm>
        </p:spPr>
        <p:txBody>
          <a:bodyPr/>
          <a:lstStyle/>
          <a:p>
            <a:r>
              <a:rPr dirty="0"/>
              <a:t>Purpose: To connect artists and customers globally through a seamless digital platform. Background: Existing systems lack integration of features.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8483" y="2490135"/>
            <a:ext cx="4077091" cy="32792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Current platforms focus on narrow purposes (e.g., education, sales) and lack interactivity and comprehensive user experiences.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Main Objective: Create an interactive Virtual Art Gallery.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Specific Objectives:</a:t>
            </a:r>
          </a:p>
          <a:p>
            <a:r>
              <a:rPr dirty="0"/>
              <a:t>- User registration and authentication</a:t>
            </a:r>
          </a:p>
          <a:p>
            <a:r>
              <a:rPr dirty="0"/>
              <a:t>- Artist collaboration</a:t>
            </a:r>
          </a:p>
          <a:p>
            <a:r>
              <a:rPr dirty="0"/>
              <a:t>- Integrated bidding system</a:t>
            </a:r>
          </a:p>
          <a:p>
            <a:r>
              <a:rPr dirty="0"/>
              <a:t>- Profile and portfolio management for artists.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dirty="0"/>
              <a:t>Core Functionalities:</a:t>
            </a:r>
          </a:p>
          <a:p>
            <a:r>
              <a:rPr dirty="0"/>
              <a:t>- User-friendly interface</a:t>
            </a:r>
          </a:p>
          <a:p>
            <a:r>
              <a:rPr dirty="0"/>
              <a:t>- Artist profile creation</a:t>
            </a:r>
          </a:p>
          <a:p>
            <a:r>
              <a:rPr dirty="0"/>
              <a:t>- Real-time bidding</a:t>
            </a:r>
          </a:p>
          <a:p>
            <a:r>
              <a:rPr dirty="0"/>
              <a:t>- Advanced search and filtering.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5" y="2490135"/>
            <a:ext cx="3473793" cy="344499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dirty="0"/>
              <a:t>An integrated platform offering:</a:t>
            </a:r>
          </a:p>
          <a:p>
            <a:r>
              <a:rPr dirty="0"/>
              <a:t>- Interactive features</a:t>
            </a:r>
          </a:p>
          <a:p>
            <a:r>
              <a:rPr dirty="0"/>
              <a:t>- Educational resources</a:t>
            </a:r>
          </a:p>
          <a:p>
            <a:r>
              <a:rPr dirty="0"/>
              <a:t>- Seamless transactions for art enthusiasts.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845" y="2578626"/>
            <a:ext cx="3988005" cy="28943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Conceptual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4246" y="2490135"/>
            <a:ext cx="4987960" cy="344499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dirty="0"/>
              <a:t>Framework:</a:t>
            </a:r>
          </a:p>
          <a:p>
            <a:r>
              <a:rPr dirty="0"/>
              <a:t>- Art as cultural expression</a:t>
            </a:r>
          </a:p>
          <a:p>
            <a:r>
              <a:rPr dirty="0"/>
              <a:t>- Technology as enabler</a:t>
            </a:r>
          </a:p>
          <a:p>
            <a:r>
              <a:rPr dirty="0"/>
              <a:t>- Commerce as business model</a:t>
            </a:r>
          </a:p>
          <a:p>
            <a:r>
              <a:rPr dirty="0"/>
              <a:t>- Inclusivity and community-building.</a:t>
            </a:r>
          </a:p>
        </p:txBody>
      </p:sp>
      <p:pic>
        <p:nvPicPr>
          <p:cNvPr id="2050" name="Picture 2" descr="Methods and Technologies for Supporting Knowledge Sharing within Learning  Communities: A Systematic Literature Revie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5561" y="2684206"/>
            <a:ext cx="2900516" cy="2957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5" y="2490135"/>
            <a:ext cx="3965406" cy="3444997"/>
          </a:xfrm>
        </p:spPr>
        <p:txBody>
          <a:bodyPr/>
          <a:lstStyle/>
          <a:p>
            <a:r>
              <a:rPr dirty="0"/>
              <a:t>Research Design: Mixed-method approach (qualitative and quantitative).</a:t>
            </a:r>
          </a:p>
          <a:p>
            <a:r>
              <a:rPr dirty="0"/>
              <a:t>Tools: React, Django, MySQL.</a:t>
            </a:r>
          </a:p>
          <a:p>
            <a:r>
              <a:rPr dirty="0"/>
              <a:t>Prototyping Model: Iterative development based on user feedback.</a:t>
            </a:r>
          </a:p>
        </p:txBody>
      </p:sp>
      <p:sp>
        <p:nvSpPr>
          <p:cNvPr id="4" name="AutoShape 2" descr="Research Desig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Research Design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440" y="2529132"/>
            <a:ext cx="3002965" cy="340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5" y="2490135"/>
            <a:ext cx="3788425" cy="344499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dirty="0"/>
              <a:t>Architecture:</a:t>
            </a:r>
          </a:p>
          <a:p>
            <a:r>
              <a:rPr dirty="0"/>
              <a:t>- Presentation Layer: React, </a:t>
            </a:r>
            <a:r>
              <a:rPr dirty="0" err="1"/>
              <a:t>TypeScript</a:t>
            </a:r>
            <a:endParaRPr dirty="0"/>
          </a:p>
          <a:p>
            <a:r>
              <a:rPr dirty="0"/>
              <a:t>- Application Layer: Django</a:t>
            </a:r>
          </a:p>
          <a:p>
            <a:r>
              <a:rPr dirty="0"/>
              <a:t>- Data</a:t>
            </a:r>
            <a:r>
              <a:rPr lang="en-US" dirty="0"/>
              <a:t>base</a:t>
            </a:r>
            <a:r>
              <a:rPr dirty="0"/>
              <a:t> Layer: MySQL</a:t>
            </a:r>
          </a:p>
          <a:p>
            <a:r>
              <a:rPr dirty="0"/>
              <a:t>Includes sequence, use case, and data flow diagrams.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2389238"/>
            <a:ext cx="3598606" cy="3864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dirty="0"/>
              <a:t>Strategies:</a:t>
            </a:r>
          </a:p>
          <a:p>
            <a:r>
              <a:rPr dirty="0"/>
              <a:t>- Secure data storage and encryption</a:t>
            </a:r>
          </a:p>
          <a:p>
            <a:r>
              <a:rPr dirty="0"/>
              <a:t>- Efficient metadata tagging</a:t>
            </a:r>
          </a:p>
          <a:p>
            <a:r>
              <a:rPr dirty="0"/>
              <a:t>- Analytics for user behavior and sales trends.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dirty="0"/>
              <a:t>Integration of:</a:t>
            </a:r>
          </a:p>
          <a:p>
            <a:r>
              <a:rPr dirty="0"/>
              <a:t>- AI for personalized recommendations</a:t>
            </a:r>
          </a:p>
          <a:p>
            <a:r>
              <a:rPr dirty="0"/>
              <a:t>- </a:t>
            </a:r>
            <a:r>
              <a:rPr dirty="0" err="1"/>
              <a:t>Blockchain</a:t>
            </a:r>
            <a:r>
              <a:rPr dirty="0"/>
              <a:t> for security</a:t>
            </a:r>
          </a:p>
          <a:p>
            <a:r>
              <a:rPr dirty="0"/>
              <a:t>- Virtual Reality for immersive experiences.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2400" y="2053407"/>
            <a:ext cx="6798736" cy="3444997"/>
          </a:xfrm>
        </p:spPr>
        <p:txBody>
          <a:bodyPr>
            <a:noAutofit/>
          </a:bodyPr>
          <a:lstStyle/>
          <a:p>
            <a:r>
              <a:rPr sz="1400" dirty="0" err="1"/>
              <a:t>Allal</a:t>
            </a:r>
            <a:r>
              <a:rPr sz="1400" dirty="0"/>
              <a:t>-Chérif, O., Simón-Moya, V., &amp; Ballester, A. C. C. (2021). Intelligent purchasing: How artificial intelligence can redefine the purchasing function. Chong, H. Y., &amp; Diamantopoulos, A. (2020). Integrating advanced technologies to uphold security of payment: Data flow diagram.</a:t>
            </a:r>
          </a:p>
          <a:p>
            <a:r>
              <a:rPr sz="1400" dirty="0" err="1"/>
              <a:t>Habelsberger</a:t>
            </a:r>
            <a:r>
              <a:rPr sz="1400" dirty="0"/>
              <a:t>, B. E., &amp; </a:t>
            </a:r>
            <a:r>
              <a:rPr sz="1400" dirty="0" err="1"/>
              <a:t>Bhansing</a:t>
            </a:r>
            <a:r>
              <a:rPr sz="1400" dirty="0"/>
              <a:t>, P. V. (2021). Art galleries in transformation: is COVID-19 driving digitization?.</a:t>
            </a:r>
          </a:p>
          <a:p>
            <a:r>
              <a:rPr sz="1400" dirty="0" err="1"/>
              <a:t>Lucidchart</a:t>
            </a:r>
            <a:r>
              <a:rPr sz="1400" dirty="0"/>
              <a:t>. (n.d.). Types of UML diagrams. Retrieved November 27, 2024.</a:t>
            </a:r>
          </a:p>
          <a:p>
            <a:r>
              <a:rPr sz="1400" dirty="0"/>
              <a:t>Martins, N., </a:t>
            </a:r>
            <a:r>
              <a:rPr sz="1400" dirty="0" err="1"/>
              <a:t>Brandão</a:t>
            </a:r>
            <a:r>
              <a:rPr sz="1400" dirty="0"/>
              <a:t>, D., </a:t>
            </a:r>
            <a:r>
              <a:rPr sz="1400" dirty="0" err="1"/>
              <a:t>Alvelos</a:t>
            </a:r>
            <a:r>
              <a:rPr sz="1400" dirty="0"/>
              <a:t>, H., &amp; Silva, S. (2020). E-marketplace as a tool for the revitalization of Portuguese craft industry.</a:t>
            </a:r>
          </a:p>
          <a:p>
            <a:r>
              <a:rPr sz="1400" dirty="0" err="1"/>
              <a:t>Oham</a:t>
            </a:r>
            <a:r>
              <a:rPr sz="1400" dirty="0"/>
              <a:t>, C., &amp; </a:t>
            </a:r>
            <a:r>
              <a:rPr sz="1400" dirty="0" err="1"/>
              <a:t>Ejike</a:t>
            </a:r>
            <a:r>
              <a:rPr sz="1400" dirty="0"/>
              <a:t>, O. G. (2024). Customer interaction and engagement: A theoretical exploration of live promotional tactics in the arts.</a:t>
            </a:r>
          </a:p>
          <a:p>
            <a:r>
              <a:rPr sz="1400" dirty="0"/>
              <a:t>Rodriguez, R. M. (2024). The Psychology of Virtual Art Gallery Experiences.</a:t>
            </a:r>
          </a:p>
          <a:p>
            <a:r>
              <a:rPr sz="1400" dirty="0"/>
              <a:t>TheDataProtectionAct__No24of2019 (2019).</a:t>
            </a:r>
          </a:p>
          <a:p>
            <a:r>
              <a:rPr sz="1400" dirty="0" err="1"/>
              <a:t>TingaTinga</a:t>
            </a:r>
            <a:r>
              <a:rPr sz="1400" dirty="0"/>
              <a:t> African Art. Exploring the splendor of Tingatinga African paintings.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114</TotalTime>
  <Words>540</Words>
  <Application>Microsoft Office PowerPoint</Application>
  <PresentationFormat>On-screen Show (4:3)</PresentationFormat>
  <Paragraphs>66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Garamond</vt:lpstr>
      <vt:lpstr>Wingdings</vt:lpstr>
      <vt:lpstr>Organic</vt:lpstr>
      <vt:lpstr>Virtual Art Gallery Project Proposal Kirinyaga University  </vt:lpstr>
      <vt:lpstr>Abstract</vt:lpstr>
      <vt:lpstr>Introduction</vt:lpstr>
      <vt:lpstr>Problem Statement</vt:lpstr>
      <vt:lpstr>Objectives</vt:lpstr>
      <vt:lpstr>Key Features</vt:lpstr>
      <vt:lpstr>Proposed System</vt:lpstr>
      <vt:lpstr>Conceptual Framework</vt:lpstr>
      <vt:lpstr>Methodology</vt:lpstr>
      <vt:lpstr>System Design</vt:lpstr>
      <vt:lpstr>Data Management</vt:lpstr>
      <vt:lpstr>Future Trends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Slide</dc:title>
  <dc:subject/>
  <dc:creator>Harry</dc:creator>
  <cp:keywords/>
  <dc:description>generated using python-pptx</dc:description>
  <cp:lastModifiedBy>user</cp:lastModifiedBy>
  <cp:revision>7</cp:revision>
  <dcterms:created xsi:type="dcterms:W3CDTF">2013-01-27T09:14:16Z</dcterms:created>
  <dcterms:modified xsi:type="dcterms:W3CDTF">2025-01-08T11:05:00Z</dcterms:modified>
  <cp:category/>
</cp:coreProperties>
</file>